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480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0A3D1-9AD9-DC80-9A02-18C84E2D6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5B9D3B-FB54-62E1-7F5C-199AD4EE0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F2CFB-933C-2798-B499-833D2366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97AB4-A166-8564-DA04-EC1AEE0E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3D07A-1695-EAC5-8373-C25B696D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63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63079-7CE0-F924-F1A0-5D5B2AC6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560B6-C248-1CC7-B722-7D05C1FEA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BF2670-0FD3-3E88-8ADF-9271DF0A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F483C-449C-E763-7E90-9A2BF9C5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9A1D7-0A55-B221-AE29-51CB6124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70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6283A-EBD0-7B1B-C1D6-14FFF45E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B4947-7A1E-AB60-290E-309C524A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DD541B-1DD7-0219-8D8E-935123F2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39D3AF-7900-9F53-D881-DD947D748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277B0-AE98-125C-8422-3F98ABED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58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D029C-29EA-34B5-9552-F8AF7DB4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DB8C2B-90DA-B6CB-3072-6DFA93D8F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28C49C-7DF9-2E4C-48AA-D4E17B012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A95087-B4E7-61BC-6756-B107A877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AD4292-365C-7EEC-CB58-29233D6A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899FFF-1D64-E873-0439-EA7378A3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67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9B194-F98E-1B80-92B2-4110B738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BE383F-D7A1-5F73-4707-545ADB44C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B27A12-5298-1567-DB31-424F4B27C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C7963E-54FE-C48F-93C6-22E7999E2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D1F63A-0729-A1DA-DAB5-21CC7ABC00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666C74-9F1D-FC42-F152-CC2CDF58B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4AE8AF-BCEA-9CC3-C878-B7D54A01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0E4B8F-AA93-E89E-EA49-BCF3C8D6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55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72F4E-C317-6847-6619-87EFEDC4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F83378-0F14-8209-60E6-41AEBEA66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FACA40-C31C-3160-4DAE-AB26B22B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913617-A893-B920-64FA-71353FE7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8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CC2272-2F68-FB2D-A1EF-D74B6322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F7F6A2-5EFB-4D2A-8712-52BE381B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463EFA-6415-18EF-6006-2F3C64D6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23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443B9-C246-F859-0672-F2D47197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4F43B-BBC5-9FA8-B6D6-3F361A8C6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7F8094-2285-83B1-F71C-18AD62EA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12E954-E2FB-1FB5-309D-D712DF8F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7FBB62-8314-0795-CF04-A27FB59D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79584B-3BA7-10D1-D70D-01B4D425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4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A8726-F99A-DC6A-BC37-4280C896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32064-980C-1D98-91BC-3A7B8B3EA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DBC429-D7B5-A6C2-1002-D46650B9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CB3ABD-897C-19A3-6375-02156BCD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EF141A-59AC-D719-34D1-DED25186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D39D44-B0C6-41FE-5A27-0025B29C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9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A455E-6811-E2FE-313F-FE58219A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82F87B-3F61-EA21-C3FD-F89E60811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E01F3-0E5F-E501-8F9D-5D40DB1E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C3DAB-F855-0A9F-B1CD-769C92FC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2C1EB-6F45-0FF4-6816-AA4D0C371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67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BB6C48-1A03-8B41-F4DE-D91E77481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91C5D7-47EC-18C7-7F00-222F6A51F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F6969-6228-2377-D4C9-378EA06D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FCDCCF-7CD8-C228-5642-501C4455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F5FED-0064-A4D2-AC13-98CFB6FAB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28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062E2D-717A-5E2B-E070-1DA0B4DC5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CDB4F-9EDD-9F09-6222-7ACCC77A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67B02-87BE-B37B-8A15-8353D34D4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7F859-B80A-4092-90CF-B46EEE06DD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D51BC-29CA-07BF-7386-AC1AD9B36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893A8-52B8-6A8D-93DC-AC20B405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26E16-505B-4EF9-9F5B-FCE9B11B84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32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F81F6-D400-6F25-2882-FABC42121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6349"/>
            <a:ext cx="9144000" cy="1747838"/>
          </a:xfrm>
        </p:spPr>
        <p:txBody>
          <a:bodyPr>
            <a:normAutofit/>
          </a:bodyPr>
          <a:lstStyle/>
          <a:p>
            <a:r>
              <a:rPr lang="zh-CN" altLang="zh-CN" sz="48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Strategic Working </a:t>
            </a:r>
            <a:r>
              <a:rPr lang="en-US" altLang="zh-CN" sz="48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Lunch</a:t>
            </a:r>
            <a:endParaRPr lang="zh-CN" altLang="en-US" sz="48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BA6D38-A42B-67FB-6C27-E54B4EC2C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6262"/>
            <a:ext cx="9144000" cy="1655762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Zhang Lab</a:t>
            </a:r>
          </a:p>
          <a:p>
            <a:r>
              <a:rPr lang="en-US" altLang="zh-CN" dirty="0"/>
              <a:t>20261019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680122-D80A-736D-0008-AB1D1165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8" t="25482" r="4633" b="35135"/>
          <a:stretch>
            <a:fillRect/>
          </a:stretch>
        </p:blipFill>
        <p:spPr>
          <a:xfrm>
            <a:off x="0" y="0"/>
            <a:ext cx="2200275" cy="48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3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EBB1932-5004-1C6F-32AA-8F4C336EBC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8" t="25482" r="4633" b="35135"/>
          <a:stretch>
            <a:fillRect/>
          </a:stretch>
        </p:blipFill>
        <p:spPr>
          <a:xfrm>
            <a:off x="0" y="0"/>
            <a:ext cx="2200275" cy="4857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E0EF593-2FB9-F3E6-E8A5-8EB7789F1DB0}"/>
              </a:ext>
            </a:extLst>
          </p:cNvPr>
          <p:cNvSpPr txBox="1"/>
          <p:nvPr/>
        </p:nvSpPr>
        <p:spPr>
          <a:xfrm>
            <a:off x="695325" y="762000"/>
            <a:ext cx="1167178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当前任务（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1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）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——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文宇、天赐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EEG Board</a:t>
            </a: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改成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8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通道：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2*EOG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，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6*EEG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（某一个通道要去测心电）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检查元器件是否在嘉立创商场有售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打板：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PCB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设计、检查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DRC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、买元器件、下单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PCB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、找厂商（钢网）贴（给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Gerber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文件）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EEG Board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测试，能不能采集信号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需要一个简单的上位机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EEG Board + P4X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加其他功能：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sensing modal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（扬声器（骨传导）和麦克风、视频、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IMU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（好）、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PPG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）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lvl="1"/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088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648E-6917-835D-3CD8-B706767D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ACB405-D11D-E30A-A447-5180BDB08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8" t="25482" r="4633" b="35135"/>
          <a:stretch>
            <a:fillRect/>
          </a:stretch>
        </p:blipFill>
        <p:spPr>
          <a:xfrm>
            <a:off x="0" y="0"/>
            <a:ext cx="2200275" cy="4857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844CD31-8AE0-C274-A334-8345F43FAE8E}"/>
              </a:ext>
            </a:extLst>
          </p:cNvPr>
          <p:cNvSpPr txBox="1"/>
          <p:nvPr/>
        </p:nvSpPr>
        <p:spPr>
          <a:xfrm>
            <a:off x="695325" y="1147156"/>
            <a:ext cx="1043541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当前任务（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）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——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晓猛，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plan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搭建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Agent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：应该是一个“守护”天使；“另一个你”；实时性有区分。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高层原则：一直记住，记住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Event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（各种，不封闭的）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+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全天候的健康数据（有一个细粒度的保存时长，超过这个时间的只保存粗粒度信息）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手机侧运行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眼镜端发送什么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657350" lvl="3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实时：眼动控制指令；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EEG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的标签“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text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”；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PPG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“异常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text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”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657350" lvl="3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完整数据延迟发送：电生理；音视频（低清低功耗，设计好内存空间冗余）；高清视频另加钱，配置模块。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UI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设计（眼镜和手机的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App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，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virtual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）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714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7CD3-B248-D9C2-6194-4FCC5E74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684C284-5D8E-B0B2-AB16-53EC1B79D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8" t="25482" r="4633" b="35135"/>
          <a:stretch>
            <a:fillRect/>
          </a:stretch>
        </p:blipFill>
        <p:spPr>
          <a:xfrm>
            <a:off x="0" y="0"/>
            <a:ext cx="2200275" cy="4857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84A6875-CC9C-79F8-A63C-7DF53AFEE554}"/>
              </a:ext>
            </a:extLst>
          </p:cNvPr>
          <p:cNvSpPr txBox="1"/>
          <p:nvPr/>
        </p:nvSpPr>
        <p:spPr>
          <a:xfrm>
            <a:off x="695325" y="1147156"/>
            <a:ext cx="104354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当前任务（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3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）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—— 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第一要务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网站：产品名、外观设计、</a:t>
            </a:r>
            <a:r>
              <a:rPr lang="en-US" altLang="zh-CN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logo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、效果视频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1200150" lvl="2" indent="-285750"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外观设计：</a:t>
            </a:r>
            <a:r>
              <a:rPr lang="zh-CN" altLang="en-US" sz="2000" dirty="0">
                <a:highlight>
                  <a:srgbClr val="FFFF00"/>
                </a:highlight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鹏飞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、</a:t>
            </a:r>
            <a:r>
              <a:rPr lang="en-US" altLang="zh-CN" sz="2000" dirty="0" err="1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xm</a:t>
            </a:r>
            <a:r>
              <a:rPr lang="zh-CN" altLang="en-US" sz="2000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同学、关系网</a:t>
            </a:r>
            <a:endParaRPr lang="en-US" altLang="zh-CN" sz="2000" dirty="0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49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FCE46-2C35-A878-4B74-6CA93AF1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74376-00E2-498A-AA19-017888BE2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292"/>
            <a:ext cx="10515600" cy="4707671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当前目的：搞钱，获得</a:t>
            </a:r>
            <a:r>
              <a:rPr lang="zh-CN" altLang="en-US" b="1" dirty="0"/>
              <a:t>持续</a:t>
            </a:r>
            <a:r>
              <a:rPr lang="zh-CN" altLang="en-US" dirty="0"/>
              <a:t>关注。</a:t>
            </a:r>
            <a:endParaRPr lang="en-US" altLang="zh-CN" dirty="0"/>
          </a:p>
          <a:p>
            <a:r>
              <a:rPr lang="zh-CN" altLang="en-US" dirty="0"/>
              <a:t>场景驱动（</a:t>
            </a:r>
            <a:r>
              <a:rPr lang="en-US" altLang="zh-CN" dirty="0"/>
              <a:t>2-3</a:t>
            </a:r>
            <a:r>
              <a:rPr lang="zh-CN" altLang="en-US" dirty="0"/>
              <a:t>好的场景）：故事的梳理，面向投资人。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zh-CN" altLang="en-US" dirty="0">
                <a:solidFill>
                  <a:schemeClr val="accent1"/>
                </a:solidFill>
              </a:rPr>
              <a:t>、眨眼模式</a:t>
            </a:r>
            <a:r>
              <a:rPr lang="en-US" altLang="zh-CN" dirty="0">
                <a:solidFill>
                  <a:schemeClr val="accent1"/>
                </a:solidFill>
              </a:rPr>
              <a:t>+EEG</a:t>
            </a:r>
            <a:r>
              <a:rPr lang="zh-CN" altLang="en-US" dirty="0">
                <a:solidFill>
                  <a:schemeClr val="accent1"/>
                </a:solidFill>
              </a:rPr>
              <a:t>专注度：判断人类状态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zh-CN" altLang="en-US" dirty="0">
                <a:solidFill>
                  <a:schemeClr val="accent1"/>
                </a:solidFill>
              </a:rPr>
              <a:t>、眨眼或咬牙控制接听电话、播放</a:t>
            </a:r>
            <a:r>
              <a:rPr lang="en-US" altLang="zh-CN" dirty="0">
                <a:solidFill>
                  <a:schemeClr val="accent1"/>
                </a:solidFill>
              </a:rPr>
              <a:t>/</a:t>
            </a:r>
            <a:r>
              <a:rPr lang="zh-CN" altLang="en-US" dirty="0">
                <a:solidFill>
                  <a:schemeClr val="accent1"/>
                </a:solidFill>
              </a:rPr>
              <a:t>切换音乐、拍照</a:t>
            </a:r>
            <a:r>
              <a:rPr lang="en-US" altLang="zh-CN" dirty="0">
                <a:solidFill>
                  <a:schemeClr val="accent1"/>
                </a:solidFill>
              </a:rPr>
              <a:t>/</a:t>
            </a:r>
            <a:r>
              <a:rPr lang="zh-CN" altLang="en-US" dirty="0">
                <a:solidFill>
                  <a:schemeClr val="accent1"/>
                </a:solidFill>
              </a:rPr>
              <a:t>录音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3</a:t>
            </a:r>
            <a:r>
              <a:rPr lang="zh-CN" altLang="en-US" dirty="0">
                <a:solidFill>
                  <a:schemeClr val="accent6"/>
                </a:solidFill>
              </a:rPr>
              <a:t>、全天候录音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全天候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EEG+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全天候录音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+</a:t>
            </a:r>
            <a:r>
              <a:rPr lang="en-US" altLang="zh-CN" dirty="0" err="1">
                <a:solidFill>
                  <a:schemeClr val="bg2">
                    <a:lumMod val="75000"/>
                  </a:schemeClr>
                </a:solidFill>
              </a:rPr>
              <a:t>IMU+temp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 训练模型（主动无感）</a:t>
            </a:r>
            <a:endParaRPr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6</a:t>
            </a:r>
            <a:r>
              <a:rPr lang="zh-CN" altLang="en-US" dirty="0">
                <a:solidFill>
                  <a:schemeClr val="accent1"/>
                </a:solidFill>
              </a:rPr>
              <a:t>、无声状态交流：（头顶）浮现用户的心情（😀、</a:t>
            </a:r>
            <a:r>
              <a:rPr lang="en-US" altLang="zh-CN" dirty="0">
                <a:solidFill>
                  <a:schemeClr val="accent1"/>
                </a:solidFill>
              </a:rPr>
              <a:t>/(</a:t>
            </a:r>
            <a:r>
              <a:rPr lang="zh-CN" altLang="en-US" dirty="0">
                <a:solidFill>
                  <a:schemeClr val="accent1"/>
                </a:solidFill>
              </a:rPr>
              <a:t>ㄒ</a:t>
            </a:r>
            <a:r>
              <a:rPr lang="en-US" altLang="zh-CN" dirty="0">
                <a:solidFill>
                  <a:schemeClr val="accent1"/>
                </a:solidFill>
              </a:rPr>
              <a:t>o</a:t>
            </a:r>
            <a:r>
              <a:rPr lang="zh-CN" altLang="en-US" dirty="0">
                <a:solidFill>
                  <a:schemeClr val="accent1"/>
                </a:solidFill>
              </a:rPr>
              <a:t>ㄒ</a:t>
            </a:r>
            <a:r>
              <a:rPr lang="en-US" altLang="zh-CN" dirty="0">
                <a:solidFill>
                  <a:schemeClr val="accent1"/>
                </a:solidFill>
              </a:rPr>
              <a:t>)/~~</a:t>
            </a:r>
            <a:r>
              <a:rPr lang="zh-CN" altLang="en-US" dirty="0">
                <a:solidFill>
                  <a:schemeClr val="accent1"/>
                </a:solidFill>
              </a:rPr>
              <a:t>）</a:t>
            </a:r>
            <a:endParaRPr lang="en-US" altLang="zh-CN" dirty="0">
              <a:solidFill>
                <a:schemeClr val="accent1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7</a:t>
            </a:r>
            <a:r>
              <a:rPr lang="zh-CN" altLang="en-US" dirty="0">
                <a:solidFill>
                  <a:schemeClr val="accent6"/>
                </a:solidFill>
              </a:rPr>
              <a:t>、</a:t>
            </a:r>
            <a:r>
              <a:rPr lang="en-US" altLang="zh-CN" dirty="0" err="1">
                <a:solidFill>
                  <a:schemeClr val="accent6"/>
                </a:solidFill>
              </a:rPr>
              <a:t>EyeCloud</a:t>
            </a:r>
            <a:r>
              <a:rPr lang="zh-CN" altLang="en-US" dirty="0">
                <a:solidFill>
                  <a:schemeClr val="accent6"/>
                </a:solidFill>
              </a:rPr>
              <a:t>：全天候非实时场景记录（</a:t>
            </a:r>
            <a:r>
              <a:rPr lang="en-US" altLang="zh-CN" dirty="0">
                <a:solidFill>
                  <a:schemeClr val="accent6"/>
                </a:solidFill>
              </a:rPr>
              <a:t>everything</a:t>
            </a:r>
            <a:r>
              <a:rPr lang="zh-CN" altLang="en-US" dirty="0">
                <a:solidFill>
                  <a:schemeClr val="accent6"/>
                </a:solidFill>
              </a:rPr>
              <a:t>的</a:t>
            </a:r>
            <a:r>
              <a:rPr lang="en-US" altLang="zh-CN" dirty="0" err="1">
                <a:solidFill>
                  <a:schemeClr val="accent6"/>
                </a:solidFill>
              </a:rPr>
              <a:t>airtag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8</a:t>
            </a:r>
            <a:r>
              <a:rPr lang="zh-CN" altLang="en-US" dirty="0">
                <a:solidFill>
                  <a:schemeClr val="accent6"/>
                </a:solidFill>
              </a:rPr>
              <a:t>、和手环结合的</a:t>
            </a:r>
            <a:r>
              <a:rPr lang="zh-CN" altLang="en-US" b="1" dirty="0">
                <a:solidFill>
                  <a:schemeClr val="accent6"/>
                </a:solidFill>
              </a:rPr>
              <a:t>睡眠监测</a:t>
            </a:r>
            <a:endParaRPr lang="en-US" altLang="zh-CN" b="1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>
                <a:solidFill>
                  <a:schemeClr val="accent1"/>
                </a:solidFill>
              </a:rPr>
              <a:t>9</a:t>
            </a:r>
            <a:r>
              <a:rPr lang="zh-CN" altLang="en-US" dirty="0">
                <a:solidFill>
                  <a:schemeClr val="accent1"/>
                </a:solidFill>
              </a:rPr>
              <a:t>、身份识别：隐私保护、身份验证</a:t>
            </a:r>
            <a:endParaRPr lang="en-US" altLang="zh-CN" dirty="0">
              <a:solidFill>
                <a:schemeClr val="accent1"/>
              </a:solidFill>
            </a:endParaRPr>
          </a:p>
          <a:p>
            <a:r>
              <a:rPr lang="zh-CN" altLang="en-US" dirty="0"/>
              <a:t>明确自己的优势：</a:t>
            </a:r>
            <a:r>
              <a:rPr lang="en-US" altLang="zh-CN" dirty="0"/>
              <a:t>1</a:t>
            </a:r>
            <a:r>
              <a:rPr lang="zh-CN" altLang="en-US" dirty="0"/>
              <a:t>、有电生理采集的经验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、擅用</a:t>
            </a:r>
            <a:r>
              <a:rPr lang="en-US" altLang="zh-CN" dirty="0" err="1"/>
              <a:t>gpt</a:t>
            </a:r>
            <a:r>
              <a:rPr lang="zh-CN" altLang="en-US" dirty="0"/>
              <a:t>，可以快速搭建</a:t>
            </a:r>
            <a:r>
              <a:rPr lang="en-US" altLang="zh-CN" dirty="0"/>
              <a:t>agent</a:t>
            </a:r>
            <a:r>
              <a:rPr lang="zh-CN" altLang="en-US" dirty="0"/>
              <a:t>、软件、算法、</a:t>
            </a:r>
            <a:r>
              <a:rPr lang="en-US" altLang="zh-CN" dirty="0"/>
              <a:t>UI</a:t>
            </a:r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8E264E-EB14-0AC5-258A-74BBC8A3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8" t="25482" r="4633" b="35135"/>
          <a:stretch>
            <a:fillRect/>
          </a:stretch>
        </p:blipFill>
        <p:spPr>
          <a:xfrm>
            <a:off x="0" y="0"/>
            <a:ext cx="2200275" cy="48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1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646</Words>
  <Application>Microsoft Office PowerPoint</Application>
  <PresentationFormat>宽屏</PresentationFormat>
  <Paragraphs>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OPPOSans B</vt:lpstr>
      <vt:lpstr>等线</vt:lpstr>
      <vt:lpstr>等线 Light</vt:lpstr>
      <vt:lpstr>Arial</vt:lpstr>
      <vt:lpstr>Wingdings</vt:lpstr>
      <vt:lpstr>Office 主题​​</vt:lpstr>
      <vt:lpstr>Strategic Working Lunch</vt:lpstr>
      <vt:lpstr>PowerPoint 演示文稿</vt:lpstr>
      <vt:lpstr>PowerPoint 演示文稿</vt:lpstr>
      <vt:lpstr>PowerPoint 演示文稿</vt:lpstr>
      <vt:lpstr>任务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致同 张</dc:creator>
  <cp:lastModifiedBy>致同 张</cp:lastModifiedBy>
  <cp:revision>67</cp:revision>
  <dcterms:created xsi:type="dcterms:W3CDTF">2026-10-12T09:15:30Z</dcterms:created>
  <dcterms:modified xsi:type="dcterms:W3CDTF">2026-10-19T05:50:33Z</dcterms:modified>
</cp:coreProperties>
</file>